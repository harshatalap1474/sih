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879938" y="2490728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953901"/>
            <a:ext cx="8534400" cy="4732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SIH26007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Safe and Efficient Operation of Mine Vehicles in Fog and Low-Visibility Conditions in Open Cast Iron Ore Mines.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Hardware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WeBuildZ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How it addresses </a:t>
            </a:r>
            <a:r>
              <a:rPr lang="en-US" sz="2800">
                <a:latin typeface="Arial" pitchFamily="34" charset="0"/>
                <a:cs typeface="Arial" pitchFamily="34" charset="0"/>
              </a:rPr>
              <a:t>the problem</a:t>
            </a:r>
            <a:endParaRPr lang="en-US" sz="2800" dirty="0"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AEA16A2-C10A-49EF-9BD9-47D566B4558C}">
  <we:reference id="wa200006214" version="2.1.0.1" store="en-US" storeType="OMEX"/>
  <we:alternateReferences>
    <we:reference id="wa200006214" version="2.1.0.1" store="wa200006214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7495</TotalTime>
  <Words>355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HARSHAVARDHAN TALAP</cp:lastModifiedBy>
  <cp:revision>151</cp:revision>
  <dcterms:created xsi:type="dcterms:W3CDTF">2013-12-12T18:46:50Z</dcterms:created>
  <dcterms:modified xsi:type="dcterms:W3CDTF">2026-09-08T19:23:15Z</dcterms:modified>
  <cp:category/>
</cp:coreProperties>
</file>