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  <p:sldId id="297" r:id="rId8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43" d="100"/>
          <a:sy n="43" d="100"/>
        </p:scale>
        <p:origin x="1186" y="38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835768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9/9/2026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9/9/2026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9/9/2026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9/9/2026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8879938" y="2490728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rPr lang="en-US" sz="4000" b="1" dirty="0">
                <a:solidFill>
                  <a:schemeClr val="tx2"/>
                </a:solidFill>
                <a:latin typeface="Garamond" panose="02020404030301010803" pitchFamily="18" charset="0"/>
              </a:rPr>
              <a:t>SMART INDIA HACKATHON 2026</a:t>
            </a:r>
            <a:endParaRPr lang="en-IN" sz="4000" b="1" dirty="0">
              <a:solidFill>
                <a:schemeClr val="tx2"/>
              </a:solidFill>
              <a:latin typeface="Garamond" panose="02020404030301010803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31286" y="1953901"/>
            <a:ext cx="8534400" cy="473283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ID – SIH26007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Problem Statement Title- 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Safe and Efficient Operation of Mine Vehicles in Fog and Low-Visibility Conditions in Open Cast Iron Ore Mines.</a:t>
            </a:r>
            <a:endParaRPr lang="en-US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Theme-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Smart Automation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PS Category- 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Hardware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ID-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b="1" dirty="0">
                <a:latin typeface="Arial" panose="020B0604020202020204" pitchFamily="34" charset="0"/>
                <a:cs typeface="Arial" panose="020B0604020202020204" pitchFamily="34" charset="0"/>
              </a:rPr>
              <a:t>Team Name - </a:t>
            </a:r>
            <a:r>
              <a:rPr lang="en-US" sz="2400" b="1" dirty="0" err="1">
                <a:latin typeface="Arial" panose="020B0604020202020204" pitchFamily="34" charset="0"/>
                <a:cs typeface="Arial" panose="020B0604020202020204" pitchFamily="34" charset="0"/>
              </a:rPr>
              <a:t>WeBuildZ</a:t>
            </a:r>
            <a:endParaRPr lang="en-IN" sz="24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pPr eaLnBrk="1" hangingPunct="1"/>
            <a:b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</a:br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335476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3200" b="1" u="sng" dirty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Proposed Solution (Describe your Idea/Solution/Prototype)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0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Detailed explanation of the proposed solution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 How it addresses the problem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>
                <a:latin typeface="Arial" pitchFamily="34" charset="0"/>
                <a:cs typeface="Arial" pitchFamily="34" charset="0"/>
              </a:rPr>
              <a:t>Test 1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800" dirty="0">
              <a:latin typeface="Arial" pitchFamily="34" charset="0"/>
              <a:cs typeface="Arial" pitchFamily="34" charset="0"/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Innovation and uniqueness of the solution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Technologies to be used (e.g. programming languages, frameworks, hardware)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800" dirty="0">
                <a:latin typeface="Arial" pitchFamily="34" charset="0"/>
                <a:cs typeface="Arial" pitchFamily="34" charset="0"/>
              </a:rPr>
              <a:t>Methodology and process for implementation (Flow Charts/Images/ working prototype)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Analysis of the feasibility of the idea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Potential challenges and risks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Strategies</a:t>
            </a:r>
            <a:r>
              <a:rPr kumimoji="0" lang="en-US" sz="2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 for overcoming these challenges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itchFamily="34" charset="0"/>
                <a:ea typeface="ＭＳ Ｐゴシック" pitchFamily="1" charset="-128"/>
                <a:cs typeface="Arial" pitchFamily="34" charset="0"/>
              </a:rPr>
              <a:t>Potential impact on the target audience</a:t>
            </a:r>
          </a:p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Benefits of the solution (social, economic, environmental, etc.)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z="3600" b="1" dirty="0">
                <a:latin typeface="Times New Roman" panose="02020603050405020304" pitchFamily="18" charset="0"/>
                <a:ea typeface="ＭＳ Ｐゴシック" pitchFamily="1" charset="-128"/>
                <a:cs typeface="Times New Roman" panose="02020603050405020304" pitchFamily="18" charset="0"/>
              </a:rPr>
              <a:t>RESEARCH 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2800" noProof="0" dirty="0">
                <a:solidFill>
                  <a:prstClr val="black"/>
                </a:solidFill>
                <a:latin typeface="Arial" pitchFamily="34" charset="0"/>
                <a:cs typeface="Arial" pitchFamily="34" charset="0"/>
              </a:rPr>
              <a:t>Details / Links of the reference and research work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3" name="Round Diagonal Corner Rectangle 2"/>
          <p:cNvSpPr/>
          <p:nvPr/>
        </p:nvSpPr>
        <p:spPr>
          <a:xfrm>
            <a:off x="0" y="1791032"/>
            <a:ext cx="12192000" cy="4319200"/>
          </a:xfrm>
          <a:prstGeom prst="round2DiagRect">
            <a:avLst/>
          </a:prstGeom>
          <a:solidFill>
            <a:schemeClr val="accent1">
              <a:lumMod val="20000"/>
              <a:lumOff val="80000"/>
            </a:schemeClr>
          </a:solidFill>
          <a:ln w="3810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Google Shape;100;p3"/>
          <p:cNvSpPr txBox="1"/>
          <p:nvPr/>
        </p:nvSpPr>
        <p:spPr>
          <a:xfrm>
            <a:off x="367832" y="1915454"/>
            <a:ext cx="11764736" cy="407035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514350" marR="0" lvl="0" indent="-514350" algn="just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Kindly keep the maximum slides limit up to six </a:t>
            </a: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(6). 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( Including the </a:t>
            </a:r>
            <a:r>
              <a:rPr lang="en-US" b="1" i="0" u="none" strike="noStrike" cap="none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title slide)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Try to avoid paragraphs and post your idea in points /diagrams / Infographics /pictures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Keep your explanation precise and easy to understand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Idea should be unique and novel. 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can only use provided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template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for making the </a:t>
            </a: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PPT</a:t>
            </a: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 without changing the idea details pointers (mentioned in previous slides).</a:t>
            </a: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514350" marR="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AutoNum type="arabicPeriod"/>
            </a:pPr>
            <a:r>
              <a:rPr lang="en-US" b="1" i="0" u="none" strike="noStrike" cap="none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You need to save the file in PDF and upload the same on portal. No PPT, Word Doc or any other format will be supported.</a:t>
            </a:r>
            <a:endParaRPr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marR="0" lvl="0" indent="-349885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  <a:p>
            <a:pPr marL="0" marR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rPr lang="en-US" b="1" i="0" u="none" strike="noStrike" cap="none" dirty="0">
                <a:solidFill>
                  <a:srgbClr val="C00000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  <a:sym typeface="Calibri"/>
              </a:rPr>
              <a:t>Note - You can delete this slide (Important Pointers) when you upload the details of your idea on SIH portal.</a:t>
            </a:r>
            <a:endParaRPr b="1" dirty="0">
              <a:solidFill>
                <a:srgbClr val="C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914400" marR="0" lvl="1" indent="-316230" algn="just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endParaRPr sz="2000" b="1" i="0" u="none" strike="noStrike" cap="none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  <a:sym typeface="Calibri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93371" y="107066"/>
            <a:ext cx="841054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INSTRUCTIONS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2343" y="1181900"/>
            <a:ext cx="9557657" cy="3416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</a:pPr>
            <a:r>
              <a:rPr lang="en-US" b="1" dirty="0">
                <a:solidFill>
                  <a:schemeClr val="dk1"/>
                </a:solidFill>
                <a:latin typeface="Arial" panose="020B0604020202020204" pitchFamily="34" charset="0"/>
                <a:ea typeface="Calibri"/>
                <a:cs typeface="Arial" panose="020B0604020202020204" pitchFamily="34" charset="0"/>
              </a:rPr>
              <a:t>Please ensure below pointers are met while submitting the Idea PPT:</a:t>
            </a:r>
            <a:endParaRPr lang="en-IN" b="1" dirty="0">
              <a:solidFill>
                <a:schemeClr val="dk1"/>
              </a:solidFill>
              <a:latin typeface="Arial" panose="020B0604020202020204" pitchFamily="34" charset="0"/>
              <a:ea typeface="Calibri"/>
              <a:cs typeface="Arial" panose="020B0604020202020204" pitchFamily="34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0844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6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8AEA16A2-C10A-49EF-9BD9-47D566B4558C}">
  <we:reference id="wa200006214" version="2.1.0.1" store="en-US" storeType="OMEX"/>
  <we:alternateReferences>
    <we:reference id="wa200006214" version="2.1.0.1" store="wa200006214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7495</TotalTime>
  <Words>357</Words>
  <Application>Microsoft Office PowerPoint</Application>
  <PresentationFormat>Widescreen</PresentationFormat>
  <Paragraphs>64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5" baseType="lpstr">
      <vt:lpstr>ＭＳ Ｐゴシック</vt:lpstr>
      <vt:lpstr>Arial</vt:lpstr>
      <vt:lpstr>Calibri</vt:lpstr>
      <vt:lpstr>Garamond</vt:lpstr>
      <vt:lpstr>Times New Roman</vt:lpstr>
      <vt:lpstr>TradeGothic</vt:lpstr>
      <vt:lpstr>Wingdings</vt:lpstr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Abhishek Maske</cp:lastModifiedBy>
  <cp:revision>150</cp:revision>
  <dcterms:created xsi:type="dcterms:W3CDTF">2013-12-12T18:46:50Z</dcterms:created>
  <dcterms:modified xsi:type="dcterms:W3CDTF">2026-09-08T19:19:20Z</dcterms:modified>
  <cp:category/>
</cp:coreProperties>
</file>